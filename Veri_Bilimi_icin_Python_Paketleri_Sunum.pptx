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0"/>
          </a:xfrm>
          <a:prstGeom prst="line">
            <a:avLst/>
          </a:prstGeom>
          <a:noFill/>
          <a:ln w="12700">
            <a:solidFill>
              <a:srgbClr val="D8E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196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Ekonometri • İstatistiksel Programlama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technology_themed_illustration_a_dark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226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91440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 Bilimi İçin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Paketleri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13232" y="2423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</a:rPr>
              <a:t>İstatistiksel Programlama Dersi • Ekonometri Bölümü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13232" y="5349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</a:rPr>
              <a:t>Hazırlayan: Deniz Buse Ekmekçioğlu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13232" y="2971800"/>
            <a:ext cx="1828800" cy="0"/>
          </a:xfrm>
          <a:prstGeom prst="line">
            <a:avLst/>
          </a:prstGeom>
          <a:noFill/>
          <a:ln w="508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Sunum Planı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Veri bilimi sürecinde Python paketlerinin nerede kullanıldığını göreceğiz.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9344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56362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Veri bilimi ve Python’un önemi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221992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22576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227685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NumPy ve Pandas ile veri hazırlama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935224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35808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990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Matplotlib ve Seaborn ile görselleştirme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3648456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49040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37033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SciPy, Scikit-learn ve Statsmodels ile analiz/modelleme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361688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62272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4165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Jupyter Notebook ile raporlama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074920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75504"/>
            <a:ext cx="402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512978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Kısa değerlendirme ve kaynakça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 Bilimi Nedir?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Veriden anlamlı bilgi çıkarma, tahmin yapma ve karar destek sürecidir.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3474720" cy="4023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63040"/>
            <a:ext cx="73152" cy="4023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276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Temel Amaç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057400"/>
            <a:ext cx="3035808" cy="3273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</a:rPr>
              <a:t>Ham veriyi düzenlemek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</a:rPr>
              <a:t>İstatistiksel analiz yapmak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</a:rPr>
              <a:t>Grafikler ile yorumlamak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</a:rPr>
              <a:t>Tahmin modelleri kurmak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474720" cy="4023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463040"/>
            <a:ext cx="73152" cy="4023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6276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Ekonometri ile İlişkisi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9432" y="2057400"/>
            <a:ext cx="3035808" cy="3273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</a:rPr>
              <a:t>Regresyon analizi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</a:rPr>
              <a:t>Zaman serisi incelemesi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</a:rPr>
              <a:t>Hipotez testleri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</a:rPr>
              <a:t>Ekonomik değişkenleri modelleme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474720" cy="4023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63040"/>
            <a:ext cx="73152" cy="402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6276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Python Neden Kullanılır?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48472" y="2057400"/>
            <a:ext cx="3035808" cy="3273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</a:rPr>
              <a:t>Ücretsiz ve açık kaynaklıdır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</a:rPr>
              <a:t>Çok sayıda veri bilimi paketi vardır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</a:rPr>
              <a:t>Büyük veriyle çalışabilir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</a:rPr>
              <a:t>Akademik ve iş dünyasında yaygındır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NumPy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Sayısal hesaplama ve çok boyutlu diziler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886200" cy="45262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NumPy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 işe yarar?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1546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Array yapısı ile hızlı hesaplama yapar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Matris ve vektör işlemlerinde kullanılır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Ortalama, varyans gibi temel işlemleri destekler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6720840" cy="2240280"/>
          </a:xfrm>
          <a:prstGeom prst="roundRect">
            <a:avLst>
              <a:gd name="adj" fmla="val 612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66420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Veri bilimindeki yeri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2029968"/>
            <a:ext cx="612648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Pandas, SciPy ve Scikit-learn gibi paketlerin altyapısında yer alır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Ekonometride matris cebiri ve sayısal işlemler için önemlidir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800600" y="3913632"/>
            <a:ext cx="6720840" cy="150876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4160520"/>
            <a:ext cx="6172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veri = np.array([10, 20, 30])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ortalama = np.mean(veri)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12680" y="38404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67544" y="457200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 paketi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Pandas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Veri okuma, temizleme ve tablo işlemleri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886200" cy="45262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</a:rPr>
              <a:t>Pandas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 işe yarar?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1546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DataFrame yapısı ile Excel benzeri çalışır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Eksik verileri düzenlemeye yardımcı olur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Gruplama, filtreleme ve birleştirme yapar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6720840" cy="2240280"/>
          </a:xfrm>
          <a:prstGeom prst="roundRect">
            <a:avLst>
              <a:gd name="adj" fmla="val 612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66420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Veri bilimindeki yeri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2029968"/>
            <a:ext cx="612648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CSV, Excel ve veri tabanı dosyalarını kolayca okur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Analize başlamadan önce veriyi düzenlemek için en sık kullanılan paketlerden biridir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800600" y="3913632"/>
            <a:ext cx="6720840" cy="150876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4160520"/>
            <a:ext cx="6172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pandas as pd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 = pd.read_csv("veri.csv")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df.head()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12680" y="38404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67544" y="457200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 paketi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Matplotlib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Grafik çizimi ve temel veri görselleştirme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886200" cy="45262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Matplotlib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 işe yarar?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1546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Çizgi, sütun, pasta ve histogram grafikleri oluşturur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Grafik başlığı, eksen adı ve renk ayarı yapılabilir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Sonuçları görsel olarak anlatmayı kolaylaştırır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6720840" cy="2240280"/>
          </a:xfrm>
          <a:prstGeom prst="roundRect">
            <a:avLst>
              <a:gd name="adj" fmla="val 612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66420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Veri bilimindeki yeri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2029968"/>
            <a:ext cx="612648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Veri dağılımını ve değişken ilişkilerini incelemek için kullanılır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Sunum ve raporlarda anlaşılır grafikler üretir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800600" y="3913632"/>
            <a:ext cx="6720840" cy="150876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4160520"/>
            <a:ext cx="6172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matplotlib.pyplot as plt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plt.plot([1,2,3], [4,6,9])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12680" y="38404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67544" y="457200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 paketi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Seaborn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İstatistiksel grafikler ve daha düzenli görseller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886200" cy="45262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Seaborn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 işe yarar?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1546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Matplotlib üzerine kuruludur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Korelasyon, kutu grafiği ve dağılım grafiği üretir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Estetik ve okunabilir grafikler sağlar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6720840" cy="2240280"/>
          </a:xfrm>
          <a:prstGeom prst="roundRect">
            <a:avLst>
              <a:gd name="adj" fmla="val 612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66420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Veri bilimindeki yeri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2029968"/>
            <a:ext cx="612648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Özellikle değişkenler arası ilişkiyi görmek için yararlıdır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Ekonometride korelasyon ve dağılım analizlerinde kullanılabilir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800600" y="3913632"/>
            <a:ext cx="6720840" cy="150876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4160520"/>
            <a:ext cx="6172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seaborn as sns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sns.scatterplot(data=df, x="gelir", y="harcama")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12680" y="38404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67544" y="457200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 paketi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SciPy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Bilimsel hesaplama ve istatistiksel testler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886200" cy="45262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</a:rPr>
              <a:t>SciPy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 işe yarar?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1546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Optimizasyon, integral ve istatistik modülleri içerir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t-testi, normal dağılım ve korelasyon işlemleri yapılabilir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Bilimsel araştırmalarda güçlü hesaplama sağlar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6720840" cy="2240280"/>
          </a:xfrm>
          <a:prstGeom prst="roundRect">
            <a:avLst>
              <a:gd name="adj" fmla="val 612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66420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Veri bilimindeki yeri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2029968"/>
            <a:ext cx="612648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Hipotez testleri ve olasılık dağılımları için kullanılır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Ekonometri analizlerinde istatistiksel karar vermeyi destekler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800600" y="3913632"/>
            <a:ext cx="6720840" cy="150876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4160520"/>
            <a:ext cx="6172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scipy import stats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test = stats.ttest_ind(grup1, grup2)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12680" y="38404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67544" y="457200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 paketi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Scikit-learn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Makine öğrenmesi ve tahmin modelleri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886200" cy="45262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</a:rPr>
              <a:t>Scikit-learn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 işe yarar?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1546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Regresyon, sınıflandırma ve kümeleme modelleri içerir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Veriyi eğitim-test olarak ayırabilir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Model başarısını ölçmeye yardımcı olur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6720840" cy="2240280"/>
          </a:xfrm>
          <a:prstGeom prst="roundRect">
            <a:avLst>
              <a:gd name="adj" fmla="val 612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66420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Veri bilimindeki yeri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2029968"/>
            <a:ext cx="612648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Tahmin ve sınıflandırma problemlerinde kullanılır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Örneğin gelir tahmini, müşteri segmentasyonu veya risk analizi yapılabilir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800600" y="3913632"/>
            <a:ext cx="6720840" cy="150876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4160520"/>
            <a:ext cx="6172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sklearn.linear_model import LinearRegression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 = LinearRegression()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model.fit(X, 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12680" y="38404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67544" y="457200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 paketi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Statsmodels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İstatistiksel modelleme ve ekonometrik analiz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886200" cy="45262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</a:rPr>
              <a:t>Statsmodels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 işe yarar?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1546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OLS regresyon sonuçlarını ayrıntılı verir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Katsayı, p-değeri ve güven aralığı sunar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Zaman serisi modelleri için de kullanılır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6720840" cy="2240280"/>
          </a:xfrm>
          <a:prstGeom prst="roundRect">
            <a:avLst>
              <a:gd name="adj" fmla="val 612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66420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Ekonometri için önemi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2029968"/>
            <a:ext cx="612648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Regresyon çıktıları akademik raporlara uygundur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Ekonometrik model yorumlama açısından Scikit-learn’den daha ayrıntılıdır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800600" y="3913632"/>
            <a:ext cx="6720840" cy="150876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4160520"/>
            <a:ext cx="6172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import statsmodels.api as sm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sm.add_constant(X)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 = sm.OLS(y, X).fit()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print(model.summary())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12680" y="38404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67544" y="457200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 paketi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Jupyter Notebook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Kod, çıktı ve açıklamayı aynı dosyada sunma ortamı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886200" cy="45262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</a:rPr>
              <a:t>Jupyter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 işe yarar?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1546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Kod yazmayı ve sonuçları aynı ekranda göstermeyi sağlar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Grafikler, tablolar ve açıklama metinleri eklenebilir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Ders ödevi ve analiz raporu için kullanışlıdır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6720840" cy="2240280"/>
          </a:xfrm>
          <a:prstGeom prst="roundRect">
            <a:avLst>
              <a:gd name="adj" fmla="val 612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66420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Veri bilimindeki yeri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2029968"/>
            <a:ext cx="612648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Analiz sürecini adım adım göstermeyi kolaylaştırır</a:t>
            </a:r>
            <a:endParaRPr lang="en-US" sz="1240" dirty="0"/>
          </a:p>
          <a:p>
            <a:pPr marL="177800" indent="-177800">
              <a:buSzPct val="100000"/>
              <a:buChar char="•"/>
            </a:pPr>
            <a:r>
              <a:rPr lang="en-US" sz="1240" dirty="0">
                <a:solidFill>
                  <a:srgbClr val="334155"/>
                </a:solidFill>
              </a:rPr>
              <a:t>Öğrenciler ve araştırmacılar tarafından sık kullanılır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800600" y="3913632"/>
            <a:ext cx="6720840" cy="150876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4160520"/>
            <a:ext cx="6172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Hücre içinde çalıştırılır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df.describe()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Sonuç hemen altta görünür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12680" y="38404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67544" y="457200"/>
            <a:ext cx="1216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Python paketi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Paketlerin Veri Bilimi Sürecindeki Yeri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Her paket veri bilimi sürecinin farklı bir aşamasında görev alır.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417320"/>
          <a:ext cx="10149840" cy="4480560"/>
        </p:xfrm>
        <a:graphic>
          <a:graphicData uri="http://schemas.openxmlformats.org/drawingml/2006/table">
            <a:tbl>
              <a:tblPr/>
              <a:tblGrid>
                <a:gridCol w="4206240"/>
                <a:gridCol w="5943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Aşama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Kullanılabilecek Paketler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 okuma/temizleme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Pandas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Sayısal hesaplama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NumPy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Grafik çizme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Matplotlib, Seaborn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İstatistiksel testler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SciPy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Makine öğrenmesi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Scikit-learn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Ekonometrik modelleme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Statsmodels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Raporlama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Jupyter Notebook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05840" y="1417320"/>
            <a:ext cx="1014984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157276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Aşama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57800" y="157276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Kullanılabilecek Paketler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Sonuç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Python paketleri veri bilimini daha hızlı, düzenli ve anlaşılır hale getirir.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10241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NumPy ve Pandas veri hazırlama aşamasında temel paketlerdir.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Matplotlib ve Seaborn analiz sonuçlarını grafiklerle açıklamayı sağlar.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SciPy istatistiksel testlerde, Scikit-learn tahmin modellerinde kullanılır.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Statsmodels özellikle ekonometri öğrencileri için regresyon ve model yorumlamada çok değerlidir.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Jupyter Notebook analiz sürecini raporlaştırmak için pratik bir çalışma ortamıdır.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5074920"/>
            <a:ext cx="7772400" cy="64008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5728" y="5285232"/>
            <a:ext cx="7360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Kısaca: Veri bilimi için Python, ekonometride analiz yapmayı ve sonuçları yorumlamayı kolaylaştırır.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Kaynakça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Sunum hazırlanırken temel paket dokümantasyonlarından yararlanılmıştır.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10058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100584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NumPy Documentation — numpy.org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Pandas Documentation — pandas.pydata.org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Matplotlib Documentation — matplotlib.org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Seaborn Documentation — seaborn.pydata.org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SciPy Documentation — scipy.org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Scikit-learn Documentation — scikit-learn.org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Statsmodels Documentation — statsmodels.org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Jupyter Documentation — jupyter.org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69080" y="5577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Teşekkürler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Ekonometri - İstatistiksel Programlama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 Bilimi için Python Paketleri</dc:title>
  <dc:subject>Veri bilimi için Python paketleri</dc:subject>
  <dc:creator>Deniz Buse Ekmekçioğlu</dc:creator>
  <cp:lastModifiedBy>Deniz Buse Ekmekçioğlu</cp:lastModifiedBy>
  <cp:revision>1</cp:revision>
  <dcterms:created xsi:type="dcterms:W3CDTF">2026-06-08T19:30:25Z</dcterms:created>
  <dcterms:modified xsi:type="dcterms:W3CDTF">2026-06-08T19:30:25Z</dcterms:modified>
</cp:coreProperties>
</file>